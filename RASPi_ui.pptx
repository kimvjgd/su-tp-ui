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D3F24D-7537-4396-A520-B91A95124456}" v="2" dt="2026-06-23T08:03:41.1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yun kim" userId="79600e3d3edb2713" providerId="LiveId" clId="{93D3F24D-7537-4396-A520-B91A95124456}"/>
    <pc:docChg chg="custSel addSld modSld sldOrd">
      <pc:chgData name="donghyun kim" userId="79600e3d3edb2713" providerId="LiveId" clId="{93D3F24D-7537-4396-A520-B91A95124456}" dt="2026-06-23T08:04:14.644" v="24" actId="14100"/>
      <pc:docMkLst>
        <pc:docMk/>
      </pc:docMkLst>
      <pc:sldChg chg="addSp delSp modSp new mod ord">
        <pc:chgData name="donghyun kim" userId="79600e3d3edb2713" providerId="LiveId" clId="{93D3F24D-7537-4396-A520-B91A95124456}" dt="2026-06-23T08:04:14.644" v="24" actId="14100"/>
        <pc:sldMkLst>
          <pc:docMk/>
          <pc:sldMk cId="2707404766" sldId="256"/>
        </pc:sldMkLst>
        <pc:spChg chg="del">
          <ac:chgData name="donghyun kim" userId="79600e3d3edb2713" providerId="LiveId" clId="{93D3F24D-7537-4396-A520-B91A95124456}" dt="2026-06-23T08:03:44.965" v="7" actId="478"/>
          <ac:spMkLst>
            <pc:docMk/>
            <pc:sldMk cId="2707404766" sldId="256"/>
            <ac:spMk id="2" creationId="{E5D77C6E-9F17-19FA-B5A4-219EAA301811}"/>
          </ac:spMkLst>
        </pc:spChg>
        <pc:spChg chg="del">
          <ac:chgData name="donghyun kim" userId="79600e3d3edb2713" providerId="LiveId" clId="{93D3F24D-7537-4396-A520-B91A95124456}" dt="2026-06-23T08:03:44.965" v="7" actId="478"/>
          <ac:spMkLst>
            <pc:docMk/>
            <pc:sldMk cId="2707404766" sldId="256"/>
            <ac:spMk id="3" creationId="{1FC91595-F17B-5AD3-C0A2-04C15D7CE65C}"/>
          </ac:spMkLst>
        </pc:spChg>
        <pc:spChg chg="add mod">
          <ac:chgData name="donghyun kim" userId="79600e3d3edb2713" providerId="LiveId" clId="{93D3F24D-7537-4396-A520-B91A95124456}" dt="2026-06-23T08:04:02.788" v="21" actId="14100"/>
          <ac:spMkLst>
            <pc:docMk/>
            <pc:sldMk cId="2707404766" sldId="256"/>
            <ac:spMk id="5" creationId="{23C27BDF-6730-088E-5870-C5BA16069E0A}"/>
          </ac:spMkLst>
        </pc:spChg>
        <pc:spChg chg="add mod">
          <ac:chgData name="donghyun kim" userId="79600e3d3edb2713" providerId="LiveId" clId="{93D3F24D-7537-4396-A520-B91A95124456}" dt="2026-06-23T08:04:14.644" v="24" actId="14100"/>
          <ac:spMkLst>
            <pc:docMk/>
            <pc:sldMk cId="2707404766" sldId="256"/>
            <ac:spMk id="6" creationId="{7F62450D-B1E6-5A1B-BA72-DCD2EC6078CB}"/>
          </ac:spMkLst>
        </pc:spChg>
        <pc:picChg chg="add mod">
          <ac:chgData name="donghyun kim" userId="79600e3d3edb2713" providerId="LiveId" clId="{93D3F24D-7537-4396-A520-B91A95124456}" dt="2026-06-23T08:03:44.133" v="6" actId="1076"/>
          <ac:picMkLst>
            <pc:docMk/>
            <pc:sldMk cId="2707404766" sldId="256"/>
            <ac:picMk id="4" creationId="{1AC914C2-5A14-4EE9-D2A8-A4C8B553464D}"/>
          </ac:picMkLst>
        </pc:picChg>
      </pc:sldChg>
      <pc:sldChg chg="add">
        <pc:chgData name="donghyun kim" userId="79600e3d3edb2713" providerId="LiveId" clId="{93D3F24D-7537-4396-A520-B91A95124456}" dt="2026-06-23T08:03:36.398" v="1"/>
        <pc:sldMkLst>
          <pc:docMk/>
          <pc:sldMk cId="137883437" sldId="257"/>
        </pc:sldMkLst>
      </pc:sldChg>
      <pc:sldChg chg="add">
        <pc:chgData name="donghyun kim" userId="79600e3d3edb2713" providerId="LiveId" clId="{93D3F24D-7537-4396-A520-B91A95124456}" dt="2026-06-23T08:03:36.398" v="1"/>
        <pc:sldMkLst>
          <pc:docMk/>
          <pc:sldMk cId="363464268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569546-24FD-777A-4820-10847332E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FA2225-F6AD-1D7E-27E2-DB100F0AC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712853-CC3B-2B2F-6BDE-CB4BC6618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2F46E6-EEF6-830B-6C33-062DB404C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3F24D7-5BEF-DC40-4693-7B7D0312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87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916083-E646-CC6E-8DED-BEE7974E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996542-3280-F2B4-1C1A-3A25D047B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CFBFF3-6C82-5EAA-E980-83B82A8B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3E66DE-ECA0-65F2-3546-D40ABE8B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8C697-41E5-C36B-CA88-741A27931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328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86EC8-7690-D257-B9B9-128796B4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1B7075-974D-B02C-358C-6B795B519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FF6D3B-3458-4F26-399E-F3E2E180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61FC4E-EF54-FBA2-CB15-B799098B9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363A53-CB31-3335-5335-773460B1C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3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61535-3C4C-6B7D-FC6D-E029A200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206299-0BB3-BE43-4B75-8E06660820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C79F77-BB7B-1F96-032A-52A34A343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7B4642-E3FE-28F2-3EBD-6ABA1A28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FFCB30-2EF2-5C96-BCA6-266911B4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E501C23-971D-11D9-2527-473CEF33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5767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5BF59C-5B18-DB90-D826-8758F7FAA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1607F8-ED17-FE3A-58B9-B156E7382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0838CD-E6AC-6C4C-3440-362D9EA39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92F3C8-AA8D-5012-5259-89C78B64F0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DF27AC9-4846-7F96-9601-B2D50D122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C52365-DE36-DB0E-8CFE-A222FEA0B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8FFC1E-2814-303F-0946-05B16FA10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80FBAD-8ECA-2FDF-6FDF-5D31FAEBE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07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D81D7-28CB-8622-6992-8524847F4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C87E176-389F-24CC-57A0-0DB67611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B77711-5D4F-2850-50E8-78DED7D88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3E1491B-1679-E2FC-454B-9CDE12BE9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7210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AE0A88C-66D3-53BF-33C6-554C63C92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BCD8A10-0A5C-3B6B-F822-43B1A4139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383489-2255-17A6-C8C8-D68336C41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410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B1404-C445-7C32-386E-5ECE0965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5A0498-1C65-6BBB-2D6D-E91674F3B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BECEC0A-A525-824B-974F-3A205593F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2F249B-CECC-9AED-5C44-35510AA51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B7383B0-51BD-7D31-653F-DF1ED9D2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0DE553-7E3A-424C-7B2E-B7487485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36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CABE17-6D2A-898F-786D-2BC92BF7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A5AFC7-AD14-0BCA-D95F-94E7964BDF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2723E0-7B59-598B-E27F-2CFCB7714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40C58A-C447-9EFF-C7B3-8FB51894F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115E34-5177-F9AF-E5F5-54E405D7C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2CC591-7FB0-D739-AB85-E311961F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06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4BA85-F316-5AA2-3DD7-C62D062D2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91483E-FCC5-F0B8-EDE9-594742AAB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FC8B6F-C70D-19A5-5CB8-8DDA8125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368D9F-1A19-6AF0-E2ED-EF8E7BF4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5803B0-9A23-16B1-8B6D-E41C43C6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4053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CD1272-84E3-F2E6-A117-6FD71714B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55938C-7074-DC9A-775A-0ED3361E0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D56A8D-03B4-E363-5B1E-1FF033DAF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23998F-2BFA-60A3-1F42-6F7655D8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3991E-A461-0E83-F490-8ACD01A9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8445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DE96FF-21F2-6D89-0CB7-4851D22F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B8C5B0-8AEA-238D-9CC1-F6DD8E1AE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9CB10F-CCBD-DA93-EE25-BDD3A2A114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EB43A-8BD6-4BC6-A58F-0A5EF94164CC}" type="datetimeFigureOut">
              <a:rPr lang="ko-KR" altLang="en-US" smtClean="0"/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E8A767-0659-9649-C21C-798AB7944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6432F4-3445-08DF-A3F0-98D14476CA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44C69F-500F-457A-AE21-5F69838FCB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9940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45BA6B-CCF5-E3EE-3FAF-C3316303B228}"/>
              </a:ext>
            </a:extLst>
          </p:cNvPr>
          <p:cNvSpPr/>
          <p:nvPr/>
        </p:nvSpPr>
        <p:spPr>
          <a:xfrm>
            <a:off x="408747" y="829626"/>
            <a:ext cx="720657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dirty="0">
                <a:solidFill>
                  <a:srgbClr val="0070C0"/>
                </a:solidFill>
                <a:latin typeface="S-Core Dream 4 Regular" panose="020B0503030302020204" pitchFamily="34" charset="-127"/>
                <a:ea typeface="S-Core Dream 4 Regular" panose="020B0503030302020204" pitchFamily="34" charset="-127"/>
                <a:sym typeface="Wingdings" panose="05000000000000000000" pitchFamily="2" charset="2"/>
              </a:rPr>
              <a:t> </a:t>
            </a:r>
            <a:r>
              <a:rPr lang="ko-KR" altLang="en-US" sz="2400" dirty="0">
                <a:latin typeface="S-Core Dream 4 Regular" panose="020B0503030302020204" pitchFamily="34" charset="-127"/>
                <a:ea typeface="S-Core Dream 4 Regular" panose="020B0503030302020204" pitchFamily="34" charset="-127"/>
                <a:sym typeface="Wingdings" panose="05000000000000000000" pitchFamily="2" charset="2"/>
              </a:rPr>
              <a:t>하드웨어 </a:t>
            </a:r>
            <a:r>
              <a:rPr lang="ko-KR" altLang="en-US" sz="2400" dirty="0">
                <a:latin typeface="S-Core Dream 4 Regular" panose="020B0503030302020204" pitchFamily="34" charset="-127"/>
                <a:ea typeface="S-Core Dream 4 Regular" panose="020B0503030302020204" pitchFamily="34" charset="-127"/>
              </a:rPr>
              <a:t>구성 및 설명</a:t>
            </a:r>
            <a:endParaRPr lang="en-US" altLang="ko-KR" sz="1467" dirty="0">
              <a:latin typeface="S-Core Dream 4 Regular" panose="020B0503030302020204" pitchFamily="34" charset="-127"/>
              <a:ea typeface="S-Core Dream 4 Regular" panose="020B0503030302020204" pitchFamily="34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2086F38-CA0E-A0C2-00B9-5F1C0171E414}"/>
              </a:ext>
            </a:extLst>
          </p:cNvPr>
          <p:cNvGraphicFramePr>
            <a:graphicFrameLocks noGrp="1"/>
          </p:cNvGraphicFramePr>
          <p:nvPr/>
        </p:nvGraphicFramePr>
        <p:xfrm>
          <a:off x="4668712" y="954056"/>
          <a:ext cx="7092181" cy="57470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49179">
                  <a:extLst>
                    <a:ext uri="{9D8B030D-6E8A-4147-A177-3AD203B41FA5}">
                      <a16:colId xmlns:a16="http://schemas.microsoft.com/office/drawing/2014/main" val="3900788899"/>
                    </a:ext>
                  </a:extLst>
                </a:gridCol>
                <a:gridCol w="2325851">
                  <a:extLst>
                    <a:ext uri="{9D8B030D-6E8A-4147-A177-3AD203B41FA5}">
                      <a16:colId xmlns:a16="http://schemas.microsoft.com/office/drawing/2014/main" val="308118921"/>
                    </a:ext>
                  </a:extLst>
                </a:gridCol>
                <a:gridCol w="4117151">
                  <a:extLst>
                    <a:ext uri="{9D8B030D-6E8A-4147-A177-3AD203B41FA5}">
                      <a16:colId xmlns:a16="http://schemas.microsoft.com/office/drawing/2014/main" val="1708775521"/>
                    </a:ext>
                  </a:extLst>
                </a:gridCol>
              </a:tblGrid>
              <a:tr h="30982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altLang="en-US" sz="15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순번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sz="1500" dirty="0">
                          <a:effectLst/>
                        </a:rPr>
                        <a:t>구</a:t>
                      </a:r>
                      <a:r>
                        <a:rPr lang="en-US" altLang="ko-KR" sz="1500" dirty="0">
                          <a:effectLst/>
                        </a:rPr>
                        <a:t>      </a:t>
                      </a:r>
                      <a:r>
                        <a:rPr lang="ko-KR" sz="1500" dirty="0">
                          <a:effectLst/>
                        </a:rPr>
                        <a:t>성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 dirty="0">
                          <a:effectLst/>
                        </a:rPr>
                        <a:t>설                명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extLst>
                  <a:ext uri="{0D108BD9-81ED-4DB2-BD59-A6C34878D82A}">
                    <a16:rowId xmlns:a16="http://schemas.microsoft.com/office/drawing/2014/main" val="2073515532"/>
                  </a:ext>
                </a:extLst>
              </a:tr>
              <a:tr h="221477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형광 측정 모듈</a:t>
                      </a: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1. </a:t>
                      </a:r>
                      <a:r>
                        <a:rPr lang="ko-KR" altLang="en-US" sz="15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광원부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 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Laser (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직경 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12 pi, DC 5V) 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장착 가능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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640nm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Short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Pass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Filter (12 pi)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2ea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2. </a:t>
                      </a:r>
                      <a:r>
                        <a:rPr lang="ko-KR" altLang="en-US" sz="15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수광부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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PD (</a:t>
                      </a:r>
                      <a:r>
                        <a:rPr lang="en-US" altLang="ko-KR" sz="15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Hammamatsu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社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S2387-66R)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 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 650nm Long Pass Filter (15 pi) 3ea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 Lens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2ea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레이저 및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PD 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의 </a:t>
                      </a:r>
                      <a:r>
                        <a:rPr lang="ko-KR" altLang="en-US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초점 거리 조절</a:t>
                      </a:r>
                      <a:endParaRPr lang="en-US" altLang="ko-KR" sz="1500" b="0" i="0" u="none" strike="noStrike" cap="none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4. </a:t>
                      </a:r>
                      <a:r>
                        <a:rPr lang="ko-KR" altLang="en-US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키트 올려 놓는 곳 미끄럼 방지</a:t>
                      </a:r>
                      <a:endParaRPr lang="en-US" altLang="ko-KR" sz="1500" b="0" i="0" u="none" strike="noStrike" cap="none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5. </a:t>
                      </a:r>
                      <a:r>
                        <a:rPr lang="ko-KR" altLang="en-US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현재 </a:t>
                      </a:r>
                      <a:r>
                        <a:rPr lang="en-US" altLang="ko-KR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X</a:t>
                      </a:r>
                      <a:r>
                        <a:rPr lang="ko-KR" altLang="en-US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축으로만 이동하는데 </a:t>
                      </a:r>
                      <a:r>
                        <a:rPr lang="en-US" altLang="ko-KR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X-Y</a:t>
                      </a:r>
                      <a:r>
                        <a:rPr lang="ko-KR" altLang="en-US" sz="15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축 이동 가능여부</a:t>
                      </a:r>
                      <a:endParaRPr lang="en-US" altLang="ko-KR" sz="1500" b="0" i="0" u="none" strike="noStrike" cap="none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5287" marR="25287" marT="0" marB="0" anchor="ctr"/>
                </a:tc>
                <a:extLst>
                  <a:ext uri="{0D108BD9-81ED-4DB2-BD59-A6C34878D82A}">
                    <a16:rowId xmlns:a16="http://schemas.microsoft.com/office/drawing/2014/main" val="1345185622"/>
                  </a:ext>
                </a:extLst>
              </a:tr>
              <a:tr h="137526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H/W ARRAY</a:t>
                      </a:r>
                      <a:endParaRPr lang="ko-KR" altLang="en-US" sz="15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dirty="0">
                          <a:effectLst/>
                        </a:rPr>
                        <a:t>1. OS </a:t>
                      </a:r>
                      <a:r>
                        <a:rPr lang="ko-KR" altLang="en-US" sz="1500" dirty="0">
                          <a:effectLst/>
                        </a:rPr>
                        <a:t>보드 </a:t>
                      </a:r>
                      <a:r>
                        <a:rPr lang="en-US" altLang="ko-KR" sz="1500" dirty="0">
                          <a:effectLst/>
                        </a:rPr>
                        <a:t>(Raspberry Pi 4)</a:t>
                      </a:r>
                      <a:br>
                        <a:rPr lang="en-US" altLang="ko-KR" sz="1500" dirty="0">
                          <a:effectLst/>
                        </a:rPr>
                      </a:br>
                      <a:r>
                        <a:rPr lang="en-US" sz="1500" dirty="0">
                          <a:effectLst/>
                        </a:rPr>
                        <a:t>2. </a:t>
                      </a:r>
                      <a:r>
                        <a:rPr lang="ko-KR" altLang="en-US" sz="1500" dirty="0">
                          <a:effectLst/>
                        </a:rPr>
                        <a:t>제어보드 </a:t>
                      </a:r>
                      <a:r>
                        <a:rPr lang="en-US" altLang="ko-KR" sz="1500" dirty="0">
                          <a:effectLst/>
                        </a:rPr>
                        <a:t>2 </a:t>
                      </a:r>
                      <a:r>
                        <a:rPr lang="ko-KR" altLang="en-US" sz="1500" dirty="0">
                          <a:effectLst/>
                        </a:rPr>
                        <a:t>종류 각 </a:t>
                      </a:r>
                      <a:r>
                        <a:rPr lang="en-US" altLang="ko-KR" sz="1500" dirty="0">
                          <a:effectLst/>
                        </a:rPr>
                        <a:t>1ea</a:t>
                      </a:r>
                      <a:br>
                        <a:rPr lang="en-US" altLang="ko-KR" sz="1500" dirty="0">
                          <a:effectLst/>
                        </a:rPr>
                      </a:br>
                      <a:r>
                        <a:rPr lang="en-US" altLang="ko-KR" sz="1500" dirty="0">
                          <a:effectLst/>
                        </a:rPr>
                        <a:t>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 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모터 제어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 Laser 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제어</a:t>
                      </a:r>
                      <a:b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 PD Data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수집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500" dirty="0">
                          <a:effectLst/>
                        </a:rPr>
                        <a:t> 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extLst>
                  <a:ext uri="{0D108BD9-81ED-4DB2-BD59-A6C34878D82A}">
                    <a16:rowId xmlns:a16="http://schemas.microsoft.com/office/drawing/2014/main" val="4072812147"/>
                  </a:ext>
                </a:extLst>
              </a:tr>
              <a:tr h="3102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3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TOUCH</a:t>
                      </a:r>
                      <a:endParaRPr lang="ko-KR" altLang="en-US" sz="15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dirty="0">
                          <a:effectLst/>
                        </a:rPr>
                        <a:t>7” Touch Screen</a:t>
                      </a:r>
                      <a:r>
                        <a:rPr lang="ko-KR" sz="1500" dirty="0">
                          <a:effectLst/>
                        </a:rPr>
                        <a:t>  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extLst>
                  <a:ext uri="{0D108BD9-81ED-4DB2-BD59-A6C34878D82A}">
                    <a16:rowId xmlns:a16="http://schemas.microsoft.com/office/drawing/2014/main" val="178899259"/>
                  </a:ext>
                </a:extLst>
              </a:tr>
              <a:tr h="31027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USB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  <a:r>
                        <a:rPr lang="ko-KR" altLang="en-US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altLang="ko-KR" sz="15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PORT</a:t>
                      </a:r>
                      <a:endParaRPr lang="ko-KR" altLang="en-US" sz="15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25287" marR="2528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altLang="en-US" sz="1500" dirty="0"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데이터 추출</a:t>
                      </a:r>
                      <a:endParaRPr lang="en-US" altLang="ko-KR" sz="1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ko-KR" altLang="en-US" sz="15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컴퓨터로 직접 연결</a:t>
                      </a:r>
                      <a:r>
                        <a:rPr lang="en-US" altLang="ko-KR" sz="15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50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및 무선연결</a:t>
                      </a:r>
                      <a:endParaRPr lang="ko-KR" sz="150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25287" marR="25287" marT="0" marB="0" anchor="ctr"/>
                </a:tc>
                <a:extLst>
                  <a:ext uri="{0D108BD9-81ED-4DB2-BD59-A6C34878D82A}">
                    <a16:rowId xmlns:a16="http://schemas.microsoft.com/office/drawing/2014/main" val="1484420893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718272A5-434F-EDE4-60F4-C83EBC2B2A3C}"/>
              </a:ext>
            </a:extLst>
          </p:cNvPr>
          <p:cNvGrpSpPr/>
          <p:nvPr/>
        </p:nvGrpSpPr>
        <p:grpSpPr>
          <a:xfrm>
            <a:off x="529402" y="1446134"/>
            <a:ext cx="3734901" cy="4520417"/>
            <a:chOff x="330586" y="1076178"/>
            <a:chExt cx="2801176" cy="339031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C139BF6-31EE-9215-84AA-6D6DBCCB5126}"/>
                </a:ext>
              </a:extLst>
            </p:cNvPr>
            <p:cNvSpPr/>
            <p:nvPr/>
          </p:nvSpPr>
          <p:spPr>
            <a:xfrm>
              <a:off x="330586" y="1076178"/>
              <a:ext cx="2801176" cy="3390313"/>
            </a:xfrm>
            <a:prstGeom prst="rect">
              <a:avLst/>
            </a:prstGeom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F4FE4FA-E10C-CA18-D725-17F54087D7B8}"/>
                </a:ext>
              </a:extLst>
            </p:cNvPr>
            <p:cNvSpPr/>
            <p:nvPr/>
          </p:nvSpPr>
          <p:spPr>
            <a:xfrm>
              <a:off x="633894" y="1342953"/>
              <a:ext cx="2194560" cy="1560920"/>
            </a:xfrm>
            <a:prstGeom prst="rect">
              <a:avLst/>
            </a:prstGeom>
            <a:solidFill>
              <a:srgbClr val="92D050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068A0EE-C4A7-86B4-6A20-061B106EF1E2}"/>
                </a:ext>
              </a:extLst>
            </p:cNvPr>
            <p:cNvSpPr/>
            <p:nvPr/>
          </p:nvSpPr>
          <p:spPr>
            <a:xfrm>
              <a:off x="830842" y="1609941"/>
              <a:ext cx="1800664" cy="102694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67" b="1" dirty="0">
                  <a:solidFill>
                    <a:schemeClr val="accent6">
                      <a:lumMod val="75000"/>
                    </a:schemeClr>
                  </a:solidFill>
                  <a:sym typeface="Wingdings" panose="05000000000000000000" pitchFamily="2" charset="2"/>
                </a:rPr>
                <a:t> </a:t>
              </a:r>
              <a:r>
                <a:rPr lang="en-US" altLang="ko-KR" sz="1467" b="1" dirty="0">
                  <a:solidFill>
                    <a:schemeClr val="accent6">
                      <a:lumMod val="75000"/>
                    </a:schemeClr>
                  </a:solidFill>
                </a:rPr>
                <a:t>PCB ARRAY</a:t>
              </a:r>
              <a:endParaRPr lang="ko-KR" altLang="en-US" sz="1467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F0D5037-B1B9-D606-5377-235F958B60B7}"/>
                </a:ext>
              </a:extLst>
            </p:cNvPr>
            <p:cNvSpPr txBox="1"/>
            <p:nvPr/>
          </p:nvSpPr>
          <p:spPr>
            <a:xfrm>
              <a:off x="1375126" y="2644403"/>
              <a:ext cx="666289" cy="2385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67" b="1" dirty="0"/>
                <a:t>CASING</a:t>
              </a:r>
              <a:endParaRPr lang="ko-KR" altLang="en-US" sz="1467" b="1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A9DE5CD6-3C86-CA69-A7B4-85704D921CF9}"/>
                </a:ext>
              </a:extLst>
            </p:cNvPr>
            <p:cNvGrpSpPr/>
            <p:nvPr/>
          </p:nvGrpSpPr>
          <p:grpSpPr>
            <a:xfrm>
              <a:off x="633893" y="3115995"/>
              <a:ext cx="806706" cy="1096332"/>
              <a:chOff x="633894" y="3115995"/>
              <a:chExt cx="755275" cy="994943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4B565B88-7255-56C1-F9A0-B6D09EA30090}"/>
                  </a:ext>
                </a:extLst>
              </p:cNvPr>
              <p:cNvSpPr/>
              <p:nvPr/>
            </p:nvSpPr>
            <p:spPr>
              <a:xfrm>
                <a:off x="633894" y="3115995"/>
                <a:ext cx="745588" cy="994943"/>
              </a:xfrm>
              <a:prstGeom prst="rect">
                <a:avLst/>
              </a:prstGeom>
              <a:solidFill>
                <a:srgbClr val="FFC000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E319C01-1382-D5B9-6E7A-E6B59DE4FC20}"/>
                  </a:ext>
                </a:extLst>
              </p:cNvPr>
              <p:cNvSpPr txBox="1"/>
              <p:nvPr/>
            </p:nvSpPr>
            <p:spPr>
              <a:xfrm>
                <a:off x="639067" y="3464770"/>
                <a:ext cx="750102" cy="2165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67" b="1" dirty="0">
                    <a:sym typeface="Wingdings" panose="05000000000000000000" pitchFamily="2" charset="2"/>
                  </a:rPr>
                  <a:t> </a:t>
                </a:r>
                <a:r>
                  <a:rPr lang="en-US" altLang="ko-KR" sz="1467" b="1" dirty="0"/>
                  <a:t>TOUCH</a:t>
                </a:r>
                <a:endParaRPr lang="ko-KR" altLang="en-US" sz="1467" b="1" dirty="0"/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E0F778F5-B0DC-CFFD-9354-9FCE7B5F8D86}"/>
                </a:ext>
              </a:extLst>
            </p:cNvPr>
            <p:cNvGrpSpPr/>
            <p:nvPr/>
          </p:nvGrpSpPr>
          <p:grpSpPr>
            <a:xfrm>
              <a:off x="1660152" y="3115995"/>
              <a:ext cx="1168302" cy="583810"/>
              <a:chOff x="1660152" y="3115995"/>
              <a:chExt cx="1168302" cy="583810"/>
            </a:xfrm>
          </p:grpSpPr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551CD8FE-DDA3-94DC-89D5-0D2BC5671D63}"/>
                  </a:ext>
                </a:extLst>
              </p:cNvPr>
              <p:cNvSpPr/>
              <p:nvPr/>
            </p:nvSpPr>
            <p:spPr>
              <a:xfrm>
                <a:off x="1681937" y="3115995"/>
                <a:ext cx="1146517" cy="583810"/>
              </a:xfrm>
              <a:prstGeom prst="rect">
                <a:avLst/>
              </a:prstGeom>
              <a:solidFill>
                <a:srgbClr val="FFC000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2DB05EE-AD52-FDE8-C9F2-FF2490B94901}"/>
                  </a:ext>
                </a:extLst>
              </p:cNvPr>
              <p:cNvSpPr txBox="1"/>
              <p:nvPr/>
            </p:nvSpPr>
            <p:spPr>
              <a:xfrm>
                <a:off x="1660152" y="3280237"/>
                <a:ext cx="1158009" cy="2385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467" b="1" dirty="0">
                    <a:sym typeface="Wingdings" panose="05000000000000000000" pitchFamily="2" charset="2"/>
                  </a:rPr>
                  <a:t> </a:t>
                </a:r>
                <a:r>
                  <a:rPr lang="ko-KR" altLang="en-US" sz="1467" b="1" dirty="0" err="1"/>
                  <a:t>형광측정모듈</a:t>
                </a:r>
                <a:endParaRPr lang="ko-KR" altLang="en-US" sz="1467" b="1" dirty="0"/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B5B49CE9-40CE-5B20-9D6E-8E09CA0943C4}"/>
                </a:ext>
              </a:extLst>
            </p:cNvPr>
            <p:cNvGrpSpPr/>
            <p:nvPr/>
          </p:nvGrpSpPr>
          <p:grpSpPr>
            <a:xfrm>
              <a:off x="1791276" y="3835663"/>
              <a:ext cx="898411" cy="376655"/>
              <a:chOff x="1849450" y="3808215"/>
              <a:chExt cx="782056" cy="302723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F4A4F400-F97F-2945-B9D4-DBB8BEDFABB5}"/>
                  </a:ext>
                </a:extLst>
              </p:cNvPr>
              <p:cNvSpPr/>
              <p:nvPr/>
            </p:nvSpPr>
            <p:spPr>
              <a:xfrm>
                <a:off x="1850749" y="3812050"/>
                <a:ext cx="780757" cy="298888"/>
              </a:xfrm>
              <a:prstGeom prst="rect">
                <a:avLst/>
              </a:prstGeom>
              <a:solidFill>
                <a:srgbClr val="FFC000"/>
              </a:solidFill>
              <a:ln w="127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FA359BF-61DD-70E7-A998-8BE57C2118B5}"/>
                  </a:ext>
                </a:extLst>
              </p:cNvPr>
              <p:cNvSpPr txBox="1"/>
              <p:nvPr/>
            </p:nvSpPr>
            <p:spPr>
              <a:xfrm>
                <a:off x="1849450" y="3808215"/>
                <a:ext cx="781979" cy="2907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1467" b="1" dirty="0">
                    <a:sym typeface="Wingdings" panose="05000000000000000000" pitchFamily="2" charset="2"/>
                  </a:rPr>
                  <a:t></a:t>
                </a:r>
                <a:r>
                  <a:rPr lang="en-US" altLang="ko-KR" sz="1067" b="1" dirty="0">
                    <a:sym typeface="Wingdings" panose="05000000000000000000" pitchFamily="2" charset="2"/>
                  </a:rPr>
                  <a:t> </a:t>
                </a:r>
                <a:r>
                  <a:rPr lang="en-US" altLang="ko-KR" sz="1067" b="1" dirty="0"/>
                  <a:t>USB 1 PORT</a:t>
                </a:r>
              </a:p>
              <a:p>
                <a:pPr algn="ctr"/>
                <a:r>
                  <a:rPr lang="en-US" altLang="ko-KR" sz="1067" b="1" dirty="0"/>
                  <a:t>(DATA </a:t>
                </a:r>
                <a:r>
                  <a:rPr lang="ko-KR" altLang="en-US" sz="1067" b="1" dirty="0"/>
                  <a:t>추출</a:t>
                </a:r>
                <a:r>
                  <a:rPr lang="en-US" altLang="ko-KR" sz="1067" b="1" dirty="0"/>
                  <a:t>)</a:t>
                </a:r>
                <a:endParaRPr lang="ko-KR" altLang="en-US" sz="1067" b="1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788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F45BA6B-CCF5-E3EE-3FAF-C3316303B228}"/>
              </a:ext>
            </a:extLst>
          </p:cNvPr>
          <p:cNvSpPr/>
          <p:nvPr/>
        </p:nvSpPr>
        <p:spPr>
          <a:xfrm>
            <a:off x="482539" y="832585"/>
            <a:ext cx="5404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dirty="0">
                <a:solidFill>
                  <a:srgbClr val="0070C0"/>
                </a:solidFill>
                <a:ea typeface="S-Core Dream 4 Regular" panose="020B0503030302020204" pitchFamily="34" charset="-127"/>
                <a:sym typeface="Wingdings" panose="05000000000000000000" pitchFamily="2" charset="2"/>
              </a:rPr>
              <a:t></a:t>
            </a:r>
            <a:r>
              <a:rPr lang="en-US" altLang="ko-KR" sz="2400" dirty="0">
                <a:ea typeface="S-Core Dream 4 Regular" panose="020B0503030302020204" pitchFamily="34" charset="-127"/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ea typeface="S-Core Dream 4 Regular" panose="020B0503030302020204" pitchFamily="34" charset="-127"/>
                <a:sym typeface="Wingdings" panose="05000000000000000000" pitchFamily="2" charset="2"/>
              </a:rPr>
              <a:t>소프트웨어 </a:t>
            </a:r>
            <a:r>
              <a:rPr lang="ko-KR" altLang="en-US" sz="2400" dirty="0">
                <a:ea typeface="S-Core Dream 4 Regular" panose="020B0503030302020204" pitchFamily="34" charset="-127"/>
              </a:rPr>
              <a:t>구성 및 설명</a:t>
            </a:r>
            <a:endParaRPr lang="en-US" altLang="ko-KR" sz="2400" dirty="0">
              <a:ea typeface="S-Core Dream 4 Regular" panose="020B0503030302020204" pitchFamily="34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9D4E21-F7E7-EB7B-C6CB-071D573CD8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7"/>
          <a:stretch>
            <a:fillRect/>
          </a:stretch>
        </p:blipFill>
        <p:spPr>
          <a:xfrm>
            <a:off x="2127939" y="1573977"/>
            <a:ext cx="7692798" cy="449927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4BE27BF-31FE-3C5F-2637-5405AD07B5CB}"/>
              </a:ext>
            </a:extLst>
          </p:cNvPr>
          <p:cNvSpPr/>
          <p:nvPr/>
        </p:nvSpPr>
        <p:spPr>
          <a:xfrm>
            <a:off x="3278306" y="3891507"/>
            <a:ext cx="1616528" cy="211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양성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음성 및 </a:t>
            </a:r>
            <a:r>
              <a:rPr lang="en-US" altLang="ko-KR" sz="800" dirty="0">
                <a:solidFill>
                  <a:schemeClr val="tx1"/>
                </a:solidFill>
              </a:rPr>
              <a:t>data </a:t>
            </a:r>
            <a:r>
              <a:rPr lang="ko-KR" altLang="en-US" sz="800" dirty="0">
                <a:solidFill>
                  <a:schemeClr val="tx1"/>
                </a:solidFill>
              </a:rPr>
              <a:t>값 표현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82BF676-6A80-5593-58AF-FBDF3FA0D829}"/>
              </a:ext>
            </a:extLst>
          </p:cNvPr>
          <p:cNvSpPr/>
          <p:nvPr/>
        </p:nvSpPr>
        <p:spPr>
          <a:xfrm>
            <a:off x="3779956" y="5298902"/>
            <a:ext cx="1179394" cy="21154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스캔속도 조절</a:t>
            </a:r>
          </a:p>
        </p:txBody>
      </p:sp>
    </p:spTree>
    <p:extLst>
      <p:ext uri="{BB962C8B-B14F-4D97-AF65-F5344CB8AC3E}">
        <p14:creationId xmlns:p14="http://schemas.microsoft.com/office/powerpoint/2010/main" val="36346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AC914C2-5A14-4EE9-D2A8-A4C8B55346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7"/>
          <a:stretch>
            <a:fillRect/>
          </a:stretch>
        </p:blipFill>
        <p:spPr>
          <a:xfrm>
            <a:off x="1170904" y="-4499278"/>
            <a:ext cx="7692798" cy="4499278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3C27BDF-6730-088E-5870-C5BA16069E0A}"/>
              </a:ext>
            </a:extLst>
          </p:cNvPr>
          <p:cNvSpPr/>
          <p:nvPr/>
        </p:nvSpPr>
        <p:spPr>
          <a:xfrm>
            <a:off x="292100" y="342900"/>
            <a:ext cx="6578600" cy="44992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그래프</a:t>
            </a:r>
            <a:endParaRPr lang="en-US" altLang="ko-KR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62450D-B1E6-5A1B-BA72-DCD2EC6078CB}"/>
              </a:ext>
            </a:extLst>
          </p:cNvPr>
          <p:cNvSpPr/>
          <p:nvPr/>
        </p:nvSpPr>
        <p:spPr>
          <a:xfrm>
            <a:off x="292100" y="5029200"/>
            <a:ext cx="1879600" cy="635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7404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Microsoft Office PowerPoint</Application>
  <PresentationFormat>와이드스크린</PresentationFormat>
  <Paragraphs>29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S-Core Dream 4 Regular</vt:lpstr>
      <vt:lpstr>맑은 고딕</vt:lpstr>
      <vt:lpstr>Arial</vt:lpstr>
      <vt:lpstr>Cambria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donghyun kim</dc:creator>
  <cp:lastModifiedBy>donghyun kim</cp:lastModifiedBy>
  <cp:revision>1</cp:revision>
  <dcterms:created xsi:type="dcterms:W3CDTF">2026-06-23T08:03:28Z</dcterms:created>
  <dcterms:modified xsi:type="dcterms:W3CDTF">2026-06-23T08:04:23Z</dcterms:modified>
</cp:coreProperties>
</file>